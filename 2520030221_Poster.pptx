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1" d="100"/>
          <a:sy n="31" d="100"/>
        </p:scale>
        <p:origin x="21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70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68933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0689336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5060168"/>
            <a:ext cx="10689336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5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04504" y="164592"/>
            <a:ext cx="1810512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04504" y="1645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KLH BACHUPALLY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04504" y="47548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— FWD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274320" y="1371600"/>
            <a:ext cx="10140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 smtClean="0"/>
              <a:t>REAL TIME INSTANT WEATHER PREDICTOR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1548" y="19751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5015484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22576"/>
            <a:ext cx="50154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350008"/>
            <a:ext cx="4796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2724912"/>
            <a:ext cx="479602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SkyCast is a frontend-only Instant Weather Predictor built with HTML5, CSS3, and Vanilla JavaScript — no backend, no server, no API key required.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weather data for 12 global cities is embedded directly in JavaScript. Features include animated day/dawn/dusk/night sky backgrounds, a 7-day forecast table, °C/°F unit toggle, fuzzy city search, and stat cards for humidity, wind speed, pressure, and visibility — all packed into a single .html file.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demonstrates responsive design, CSS keyframe animations, localStorage persistence, and full DOM manipulation — covering all CO1 through CO6 course outcomes.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HTML5 semantic structure, CSS3 Flexbox/Grid layout, CSS @keyframes animations, Vanilla JavaScript, localStorage API, and embedded JSON-style city data.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9532" y="2322576"/>
            <a:ext cx="5015484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99532" y="2322576"/>
            <a:ext cx="50154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0972" y="2350008"/>
            <a:ext cx="4832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27548" y="2734056"/>
            <a:ext cx="1562100" cy="493776"/>
          </a:xfrm>
          <a:prstGeom prst="rect">
            <a:avLst/>
          </a:prstGeom>
          <a:solidFill>
            <a:srgbClr val="112B55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27548" y="2752344"/>
            <a:ext cx="1562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527548" y="2980944"/>
            <a:ext cx="1562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Semantics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7117080" y="2734056"/>
            <a:ext cx="1562100" cy="493776"/>
          </a:xfrm>
          <a:prstGeom prst="rect">
            <a:avLst/>
          </a:prstGeom>
          <a:solidFill>
            <a:srgbClr val="112B55"/>
          </a:solidFill>
          <a:ln w="254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17080" y="2752344"/>
            <a:ext cx="1562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17080" y="2980944"/>
            <a:ext cx="1562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Layout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8706612" y="2734056"/>
            <a:ext cx="1562100" cy="493776"/>
          </a:xfrm>
          <a:prstGeom prst="rect">
            <a:avLst/>
          </a:prstGeom>
          <a:solidFill>
            <a:srgbClr val="112B55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06612" y="2752344"/>
            <a:ext cx="1562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06612" y="2980944"/>
            <a:ext cx="1562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DOM Data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5527548" y="3364992"/>
            <a:ext cx="4759452" cy="237744"/>
          </a:xfrm>
          <a:prstGeom prst="rect">
            <a:avLst/>
          </a:prstGeom>
          <a:solidFill>
            <a:srgbClr val="0D22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7548" y="3364992"/>
            <a:ext cx="4759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.html File  →  Browser renders instantly  →  Works Offline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527548" y="3968496"/>
            <a:ext cx="4759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Used: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536692" y="4151376"/>
            <a:ext cx="933602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6692" y="4151376"/>
            <a:ext cx="933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O(1)</a:t>
            </a:r>
            <a:endParaRPr lang="en-US" sz="520" dirty="0"/>
          </a:p>
        </p:txBody>
      </p:sp>
      <p:sp>
        <p:nvSpPr>
          <p:cNvPr id="38" name="Shape 36"/>
          <p:cNvSpPr/>
          <p:nvPr/>
        </p:nvSpPr>
        <p:spPr>
          <a:xfrm>
            <a:off x="6488582" y="4151376"/>
            <a:ext cx="933602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8582" y="4151376"/>
            <a:ext cx="933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520" dirty="0"/>
          </a:p>
        </p:txBody>
      </p:sp>
      <p:sp>
        <p:nvSpPr>
          <p:cNvPr id="40" name="Shape 38"/>
          <p:cNvSpPr/>
          <p:nvPr/>
        </p:nvSpPr>
        <p:spPr>
          <a:xfrm>
            <a:off x="7440473" y="4151376"/>
            <a:ext cx="933602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0473" y="4151376"/>
            <a:ext cx="933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520" dirty="0"/>
          </a:p>
        </p:txBody>
      </p:sp>
      <p:sp>
        <p:nvSpPr>
          <p:cNvPr id="42" name="Shape 40"/>
          <p:cNvSpPr/>
          <p:nvPr/>
        </p:nvSpPr>
        <p:spPr>
          <a:xfrm>
            <a:off x="8392363" y="4151376"/>
            <a:ext cx="933602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2363" y="4151376"/>
            <a:ext cx="933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Circ. Queue</a:t>
            </a:r>
            <a:endParaRPr lang="en-US" sz="520" dirty="0"/>
          </a:p>
        </p:txBody>
      </p:sp>
      <p:sp>
        <p:nvSpPr>
          <p:cNvPr id="44" name="Shape 42"/>
          <p:cNvSpPr/>
          <p:nvPr/>
        </p:nvSpPr>
        <p:spPr>
          <a:xfrm>
            <a:off x="9344254" y="4151376"/>
            <a:ext cx="933602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44254" y="4151376"/>
            <a:ext cx="933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</a:t>
            </a:r>
            <a:endParaRPr lang="en-US" sz="520" dirty="0"/>
          </a:p>
        </p:txBody>
      </p:sp>
      <p:sp>
        <p:nvSpPr>
          <p:cNvPr id="47" name="Text 45"/>
          <p:cNvSpPr/>
          <p:nvPr/>
        </p:nvSpPr>
        <p:spPr>
          <a:xfrm>
            <a:off x="5600700" y="4517136"/>
            <a:ext cx="46131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Name]</a:t>
            </a: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8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[XXXXXXXXXX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00700" y="4736592"/>
            <a:ext cx="46131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|   FWD — Web Technologies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5321808"/>
            <a:ext cx="10140696" cy="32918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5321808"/>
            <a:ext cx="1828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5321808"/>
            <a:ext cx="18288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" y="5321808"/>
            <a:ext cx="1828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" y="5321808"/>
            <a:ext cx="1828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" y="5321808"/>
            <a:ext cx="1828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8720" y="5321808"/>
            <a:ext cx="18288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5321808"/>
            <a:ext cx="10140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CO-WISE IMPLEMENTATION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4320" y="5687568"/>
            <a:ext cx="5015484" cy="2423160"/>
          </a:xfrm>
          <a:prstGeom prst="rect">
            <a:avLst/>
          </a:prstGeom>
          <a:solidFill>
            <a:srgbClr val="EFF9FF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74320" y="5687568"/>
            <a:ext cx="5015484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" y="5733288"/>
            <a:ext cx="402336" cy="23774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57332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59452" y="57241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🔍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41248" y="5742432"/>
            <a:ext cx="3881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Searching &amp; Sorting  +  Big-O Analysis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84048" y="6053328"/>
            <a:ext cx="4796028" cy="0"/>
          </a:xfrm>
          <a:prstGeom prst="line">
            <a:avLst/>
          </a:prstGeom>
          <a:noFill/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2336" y="617220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61264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O(n) — iterates all city keys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02336" y="649224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0352" y="644652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O(log n) — sorted array needed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402336" y="681228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" y="676656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/ Selection / Insertion Sort — O(n²)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402336" y="713232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708660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&amp; Quick Sort — O(n log n)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402336" y="745236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740664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timing: 100,000-run benchmark test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02336" y="777240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" y="77266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Recurrence: T(n) = 2T(n/2) + O(n)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5399532" y="5687568"/>
            <a:ext cx="5015484" cy="2423160"/>
          </a:xfrm>
          <a:prstGeom prst="rect">
            <a:avLst/>
          </a:prstGeom>
          <a:solidFill>
            <a:srgbClr val="F5F3FF"/>
          </a:solidFill>
          <a:ln w="254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399532" y="5687568"/>
            <a:ext cx="5015484" cy="32918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09260" y="5733288"/>
            <a:ext cx="402336" cy="23774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09260" y="57332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884664" y="57241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5966460" y="5742432"/>
            <a:ext cx="3881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 ADT  —  Recent History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509260" y="6053328"/>
            <a:ext cx="4796028" cy="0"/>
          </a:xfrm>
          <a:prstGeom prst="line">
            <a:avLst/>
          </a:prstGeom>
          <a:noFill/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27548" y="6172200"/>
            <a:ext cx="82296" cy="822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55564" y="61264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— recent search history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5527548" y="6492240"/>
            <a:ext cx="82296" cy="822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55564" y="644652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 O(1) — adds city to head node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5527548" y="6812280"/>
            <a:ext cx="82296" cy="822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55564" y="676656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removeLast  O(n) — trims list to max 5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5527548" y="7132320"/>
            <a:ext cx="82296" cy="822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55564" y="708660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 via O(n) linear scan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5527548" y="7452360"/>
            <a:ext cx="82296" cy="822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55564" y="740664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O(n) — print all saved cities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5527548" y="7772400"/>
            <a:ext cx="82296" cy="822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55564" y="77266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O(n), maximum 5 nodes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274320" y="8202168"/>
            <a:ext cx="5015484" cy="242316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274320" y="8202168"/>
            <a:ext cx="50154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84048" y="8247888"/>
            <a:ext cx="402336" cy="23774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4048" y="82478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CO3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759452" y="82387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📚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841248" y="8257032"/>
            <a:ext cx="3881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Stack, Queue &amp; Priority Queue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84048" y="8567928"/>
            <a:ext cx="4796028" cy="0"/>
          </a:xfrm>
          <a:prstGeom prst="line">
            <a:avLst/>
          </a:prstGeom>
          <a:noFill/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2336" y="8686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0352" y="86410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Stack — push/pop O(1) search undo log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402336" y="900684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0352" y="896112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 — weather alert ticker O(1)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402336" y="9326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0352" y="928116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oldest when full (capacity = 10)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402336" y="964692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30352" y="960120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Priority Queue for heat ranking</a:t>
            </a:r>
            <a:endParaRPr lang="en-US" sz="720" dirty="0"/>
          </a:p>
        </p:txBody>
      </p:sp>
      <p:sp>
        <p:nvSpPr>
          <p:cNvPr id="110" name="Shape 108"/>
          <p:cNvSpPr/>
          <p:nvPr/>
        </p:nvSpPr>
        <p:spPr>
          <a:xfrm>
            <a:off x="402336" y="996696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30352" y="992124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CityHeat — cities ranked by temperature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402336" y="102870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0352" y="102412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insert O(log n), poll O(log n)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5399532" y="8202168"/>
            <a:ext cx="5015484" cy="242316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5399532" y="8202168"/>
            <a:ext cx="50154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09260" y="8247888"/>
            <a:ext cx="402336" cy="23774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509260" y="82478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CO4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9884664" y="82387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#️⃣</a:t>
            </a:r>
            <a:endParaRPr lang="en-US" sz="1500" dirty="0"/>
          </a:p>
        </p:txBody>
      </p:sp>
      <p:sp>
        <p:nvSpPr>
          <p:cNvPr id="119" name="Text 117"/>
          <p:cNvSpPr/>
          <p:nvPr/>
        </p:nvSpPr>
        <p:spPr>
          <a:xfrm>
            <a:off x="5966460" y="8257032"/>
            <a:ext cx="3881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HashMap &amp; Java Collections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5509260" y="8567928"/>
            <a:ext cx="4796028" cy="0"/>
          </a:xfrm>
          <a:prstGeom prst="line">
            <a:avLst/>
          </a:prstGeom>
          <a:noFill/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7548" y="868680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655564" y="86410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HashMap&lt;String,City&gt; — O(1) average lookup</a:t>
            </a:r>
            <a:endParaRPr lang="en-US" sz="720" dirty="0"/>
          </a:p>
        </p:txBody>
      </p:sp>
      <p:sp>
        <p:nvSpPr>
          <p:cNvPr id="123" name="Shape 121"/>
          <p:cNvSpPr/>
          <p:nvPr/>
        </p:nvSpPr>
        <p:spPr>
          <a:xfrm>
            <a:off x="5527548" y="900684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655564" y="896112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cities stored with lowercase string keys</a:t>
            </a:r>
            <a:endParaRPr lang="en-US" sz="720" dirty="0"/>
          </a:p>
        </p:txBody>
      </p:sp>
      <p:sp>
        <p:nvSpPr>
          <p:cNvPr id="125" name="Shape 123"/>
          <p:cNvSpPr/>
          <p:nvPr/>
        </p:nvSpPr>
        <p:spPr>
          <a:xfrm>
            <a:off x="5527548" y="932688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655564" y="928116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fallback — O(n) partial match search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5527548" y="964692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655564" y="960120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Collections: List, PriorityQueue used</a:t>
            </a:r>
            <a:endParaRPr lang="en-US" sz="720" dirty="0"/>
          </a:p>
        </p:txBody>
      </p:sp>
      <p:sp>
        <p:nvSpPr>
          <p:cNvPr id="129" name="Shape 127"/>
          <p:cNvSpPr/>
          <p:nvPr/>
        </p:nvSpPr>
        <p:spPr>
          <a:xfrm>
            <a:off x="5527548" y="996696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655564" y="992124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Collections.sort() for alphabetical key order</a:t>
            </a:r>
            <a:endParaRPr lang="en-US" sz="720" dirty="0"/>
          </a:p>
        </p:txBody>
      </p:sp>
      <p:sp>
        <p:nvSpPr>
          <p:cNvPr id="131" name="Shape 129"/>
          <p:cNvSpPr/>
          <p:nvPr/>
        </p:nvSpPr>
        <p:spPr>
          <a:xfrm>
            <a:off x="5527548" y="1028700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655564" y="102412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 — only 12 city entries total</a:t>
            </a:r>
            <a:endParaRPr lang="en-US" sz="720" dirty="0"/>
          </a:p>
        </p:txBody>
      </p:sp>
      <p:sp>
        <p:nvSpPr>
          <p:cNvPr id="133" name="Shape 131"/>
          <p:cNvSpPr/>
          <p:nvPr/>
        </p:nvSpPr>
        <p:spPr>
          <a:xfrm>
            <a:off x="274320" y="10716768"/>
            <a:ext cx="5015484" cy="2423160"/>
          </a:xfrm>
          <a:prstGeom prst="rect">
            <a:avLst/>
          </a:prstGeom>
          <a:solidFill>
            <a:srgbClr val="F0FDF4"/>
          </a:solidFill>
          <a:ln w="254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274320" y="10716768"/>
            <a:ext cx="5015484" cy="32918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84048" y="10762488"/>
            <a:ext cx="402336" cy="23774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84048" y="107624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CO5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4759452" y="107533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🚀</a:t>
            </a:r>
            <a:endParaRPr lang="en-US" sz="1500" dirty="0"/>
          </a:p>
        </p:txBody>
      </p:sp>
      <p:sp>
        <p:nvSpPr>
          <p:cNvPr id="138" name="Text 136"/>
          <p:cNvSpPr/>
          <p:nvPr/>
        </p:nvSpPr>
        <p:spPr>
          <a:xfrm>
            <a:off x="841248" y="10771632"/>
            <a:ext cx="3881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Application — Full App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384048" y="11082528"/>
            <a:ext cx="4796028" cy="0"/>
          </a:xfrm>
          <a:prstGeom prst="line">
            <a:avLst/>
          </a:prstGeom>
          <a:noFill/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02336" y="1120140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30352" y="111556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weather app — all CO1–CO4 DS combined</a:t>
            </a:r>
            <a:endParaRPr lang="en-US" sz="720" dirty="0"/>
          </a:p>
        </p:txBody>
      </p:sp>
      <p:sp>
        <p:nvSpPr>
          <p:cNvPr id="142" name="Shape 140"/>
          <p:cNvSpPr/>
          <p:nvPr/>
        </p:nvSpPr>
        <p:spPr>
          <a:xfrm>
            <a:off x="402336" y="1152144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30352" y="1147572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 rendered by DOM manipulation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402336" y="1184148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30352" y="1179576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animated scenes: Day/Dawn/Dusk/Night</a:t>
            </a:r>
            <a:endParaRPr lang="en-US" sz="720" dirty="0"/>
          </a:p>
        </p:txBody>
      </p:sp>
      <p:sp>
        <p:nvSpPr>
          <p:cNvPr id="146" name="Shape 144"/>
          <p:cNvSpPr/>
          <p:nvPr/>
        </p:nvSpPr>
        <p:spPr>
          <a:xfrm>
            <a:off x="402336" y="1216152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30352" y="1211580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timezone detection per city (tz offset)</a:t>
            </a:r>
            <a:endParaRPr lang="en-US" sz="720" dirty="0"/>
          </a:p>
        </p:txBody>
      </p:sp>
      <p:sp>
        <p:nvSpPr>
          <p:cNvPr id="148" name="Shape 146"/>
          <p:cNvSpPr/>
          <p:nvPr/>
        </p:nvSpPr>
        <p:spPr>
          <a:xfrm>
            <a:off x="402336" y="1248156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30352" y="1243584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bar width scaling algorithm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402336" y="12801600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30352" y="127558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CO1→CO4 pipeline in one .html file</a:t>
            </a:r>
            <a:endParaRPr lang="en-US" sz="720" dirty="0"/>
          </a:p>
        </p:txBody>
      </p:sp>
      <p:sp>
        <p:nvSpPr>
          <p:cNvPr id="152" name="Shape 150"/>
          <p:cNvSpPr/>
          <p:nvPr/>
        </p:nvSpPr>
        <p:spPr>
          <a:xfrm>
            <a:off x="5399532" y="10716768"/>
            <a:ext cx="5015484" cy="2423160"/>
          </a:xfrm>
          <a:prstGeom prst="rect">
            <a:avLst/>
          </a:prstGeom>
          <a:solidFill>
            <a:srgbClr val="FFF1F2"/>
          </a:solidFill>
          <a:ln w="254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5399532" y="10716768"/>
            <a:ext cx="5015484" cy="32918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09260" y="10762488"/>
            <a:ext cx="402336" cy="237744"/>
          </a:xfrm>
          <a:prstGeom prst="rect">
            <a:avLst/>
          </a:prstGeom>
          <a:solidFill>
            <a:srgbClr val="020818"/>
          </a:solidFill>
          <a:ln w="12700">
            <a:solidFill>
              <a:srgbClr val="02081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509260" y="107624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CO6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9884664" y="107533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💻</a:t>
            </a:r>
            <a:endParaRPr lang="en-US" sz="1500" dirty="0"/>
          </a:p>
        </p:txBody>
      </p:sp>
      <p:sp>
        <p:nvSpPr>
          <p:cNvPr id="157" name="Text 155"/>
          <p:cNvSpPr/>
          <p:nvPr/>
        </p:nvSpPr>
        <p:spPr>
          <a:xfrm>
            <a:off x="5966460" y="10771632"/>
            <a:ext cx="38816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Console Application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5509260" y="11082528"/>
            <a:ext cx="4796028" cy="0"/>
          </a:xfrm>
          <a:prstGeom prst="line">
            <a:avLst/>
          </a:prstGeom>
          <a:noFill/>
          <a:ln w="12700">
            <a:solidFill>
              <a:srgbClr val="F472B6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527548" y="1120140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655564" y="111556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Java console with 9 options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5527548" y="1152144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655564" y="1147572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Search + display full weather data</a:t>
            </a:r>
            <a:endParaRPr lang="en-US" sz="720" dirty="0"/>
          </a:p>
        </p:txBody>
      </p:sp>
      <p:sp>
        <p:nvSpPr>
          <p:cNvPr id="163" name="Shape 161"/>
          <p:cNvSpPr/>
          <p:nvPr/>
        </p:nvSpPr>
        <p:spPr>
          <a:xfrm>
            <a:off x="5527548" y="1184148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655564" y="1179576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5: City heat ranking via PriorityQueue</a:t>
            </a:r>
            <a:endParaRPr lang="en-US" sz="720" dirty="0"/>
          </a:p>
        </p:txBody>
      </p:sp>
      <p:sp>
        <p:nvSpPr>
          <p:cNvPr id="165" name="Shape 163"/>
          <p:cNvSpPr/>
          <p:nvPr/>
        </p:nvSpPr>
        <p:spPr>
          <a:xfrm>
            <a:off x="5527548" y="1216152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655564" y="1211580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6: Sorting demo with empirical timing</a:t>
            </a:r>
            <a:endParaRPr lang="en-US" sz="720" dirty="0"/>
          </a:p>
        </p:txBody>
      </p:sp>
      <p:sp>
        <p:nvSpPr>
          <p:cNvPr id="167" name="Shape 165"/>
          <p:cNvSpPr/>
          <p:nvPr/>
        </p:nvSpPr>
        <p:spPr>
          <a:xfrm>
            <a:off x="5527548" y="1248156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655564" y="1243584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2–4: LinkedList / Stack / Queue demo</a:t>
            </a:r>
            <a:endParaRPr lang="en-US" sz="720" dirty="0"/>
          </a:p>
        </p:txBody>
      </p:sp>
      <p:sp>
        <p:nvSpPr>
          <p:cNvPr id="169" name="Shape 167"/>
          <p:cNvSpPr/>
          <p:nvPr/>
        </p:nvSpPr>
        <p:spPr>
          <a:xfrm>
            <a:off x="5527548" y="1280160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655564" y="12755880"/>
            <a:ext cx="4631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7: HashMap key table display</a:t>
            </a:r>
            <a:endParaRPr lang="en-US" sz="720" dirty="0"/>
          </a:p>
        </p:txBody>
      </p:sp>
      <p:sp>
        <p:nvSpPr>
          <p:cNvPr id="171" name="Shape 169"/>
          <p:cNvSpPr/>
          <p:nvPr/>
        </p:nvSpPr>
        <p:spPr>
          <a:xfrm>
            <a:off x="274320" y="13322808"/>
            <a:ext cx="10140696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2" name="Shape 170"/>
          <p:cNvSpPr/>
          <p:nvPr/>
        </p:nvSpPr>
        <p:spPr>
          <a:xfrm>
            <a:off x="274320" y="13322808"/>
            <a:ext cx="1014069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84048" y="13350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08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384048" y="13633704"/>
            <a:ext cx="9921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This project demonstrates all CO1–CO6 outcomes — linear &amp; binary search, 5 sorting algorithms, singly linked list, stack, circular queue, priority queue (heap), and hash map — integrated into a real working weather application with animated scenes and 7-day forecasts.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Future Scope: Live OpenWeatherMap API integration, geolocation auto-detect, user login, progressive web app (PWA), push notifications, and AI-driven trend predictions.</a:t>
            </a:r>
            <a:endParaRPr lang="en-US" sz="720" dirty="0"/>
          </a:p>
        </p:txBody>
      </p:sp>
      <p:sp>
        <p:nvSpPr>
          <p:cNvPr id="175" name="Text 173"/>
          <p:cNvSpPr/>
          <p:nvPr/>
        </p:nvSpPr>
        <p:spPr>
          <a:xfrm>
            <a:off x="457200" y="14538960"/>
            <a:ext cx="59860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smtClean="0"/>
              <a:t>NAME</a:t>
            </a:r>
            <a:r>
              <a:rPr lang="en-US" dirty="0" smtClean="0"/>
              <a:t>: Lakshmi </a:t>
            </a:r>
            <a:r>
              <a:rPr lang="en-US" dirty="0" err="1" smtClean="0"/>
              <a:t>Aswika</a:t>
            </a:r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Inturi</a:t>
            </a:r>
            <a:r>
              <a:rPr lang="en-US" dirty="0" smtClean="0"/>
              <a:t>        </a:t>
            </a:r>
            <a:r>
              <a:rPr lang="en-US" dirty="0" smtClean="0"/>
              <a:t>ROLLNO:2520030221   </a:t>
            </a:r>
            <a:r>
              <a:rPr lang="en-US" smtClean="0"/>
              <a:t>CLUSTER:1 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625</Words>
  <Application>Microsoft Office PowerPoint</Application>
  <PresentationFormat>Custom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 Choudary</cp:lastModifiedBy>
  <cp:revision>8</cp:revision>
  <dcterms:created xsi:type="dcterms:W3CDTF">2026-03-06T09:08:42Z</dcterms:created>
  <dcterms:modified xsi:type="dcterms:W3CDTF">2026-03-09T11:16:13Z</dcterms:modified>
</cp:coreProperties>
</file>